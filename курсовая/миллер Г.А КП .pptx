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60" r:id="rId2"/>
    <p:sldId id="259" r:id="rId3"/>
    <p:sldId id="261" r:id="rId4"/>
    <p:sldId id="262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5" r:id="rId16"/>
    <p:sldId id="274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48A509-AB10-4B94-9229-44B3C42FD5AE}" v="42" dt="2026-05-11T18:55:36.3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Герман Миллер" userId="0d8a695194937311" providerId="LiveId" clId="{03B99A0B-6576-4E3E-BB57-74DFD3309AC0}"/>
    <pc:docChg chg="undo custSel addSld delSld modSld sldOrd">
      <pc:chgData name="Герман Миллер" userId="0d8a695194937311" providerId="LiveId" clId="{03B99A0B-6576-4E3E-BB57-74DFD3309AC0}" dt="2026-05-12T09:22:04.699" v="1030" actId="14100"/>
      <pc:docMkLst>
        <pc:docMk/>
      </pc:docMkLst>
      <pc:sldChg chg="new del">
        <pc:chgData name="Герман Миллер" userId="0d8a695194937311" providerId="LiveId" clId="{03B99A0B-6576-4E3E-BB57-74DFD3309AC0}" dt="2026-05-11T14:29:55.227" v="1" actId="2696"/>
        <pc:sldMkLst>
          <pc:docMk/>
          <pc:sldMk cId="193506890" sldId="256"/>
        </pc:sldMkLst>
      </pc:sldChg>
      <pc:sldChg chg="addSp delSp modSp new del mod setBg">
        <pc:chgData name="Герман Миллер" userId="0d8a695194937311" providerId="LiveId" clId="{03B99A0B-6576-4E3E-BB57-74DFD3309AC0}" dt="2026-05-11T17:02:14.034" v="88" actId="2696"/>
        <pc:sldMkLst>
          <pc:docMk/>
          <pc:sldMk cId="464624426" sldId="256"/>
        </pc:sldMkLst>
        <pc:spChg chg="add mod">
          <ac:chgData name="Герман Миллер" userId="0d8a695194937311" providerId="LiveId" clId="{03B99A0B-6576-4E3E-BB57-74DFD3309AC0}" dt="2026-05-11T16:46:11.792" v="61" actId="26606"/>
          <ac:spMkLst>
            <pc:docMk/>
            <pc:sldMk cId="464624426" sldId="256"/>
            <ac:spMk id="3" creationId="{8146404C-B5F4-4DB1-3B21-FCC49F8A7822}"/>
          </ac:spMkLst>
        </pc:spChg>
        <pc:spChg chg="add del mod">
          <ac:chgData name="Герман Миллер" userId="0d8a695194937311" providerId="LiveId" clId="{03B99A0B-6576-4E3E-BB57-74DFD3309AC0}" dt="2026-05-11T16:46:11.792" v="61" actId="26606"/>
          <ac:spMkLst>
            <pc:docMk/>
            <pc:sldMk cId="464624426" sldId="256"/>
            <ac:spMk id="5" creationId="{7D57A61F-1E35-49A2-47A7-2796204DC625}"/>
          </ac:spMkLst>
        </pc:spChg>
        <pc:spChg chg="add">
          <ac:chgData name="Герман Миллер" userId="0d8a695194937311" providerId="LiveId" clId="{03B99A0B-6576-4E3E-BB57-74DFD3309AC0}" dt="2026-05-11T16:46:11.792" v="61" actId="26606"/>
          <ac:spMkLst>
            <pc:docMk/>
            <pc:sldMk cId="464624426" sldId="256"/>
            <ac:spMk id="12" creationId="{B50AB553-2A96-4A92-96F2-93548E096954}"/>
          </ac:spMkLst>
        </pc:spChg>
        <pc:graphicFrameChg chg="add mod">
          <ac:chgData name="Герман Миллер" userId="0d8a695194937311" providerId="LiveId" clId="{03B99A0B-6576-4E3E-BB57-74DFD3309AC0}" dt="2026-05-11T16:47:53.519" v="65" actId="14100"/>
          <ac:graphicFrameMkLst>
            <pc:docMk/>
            <pc:sldMk cId="464624426" sldId="256"/>
            <ac:graphicFrameMk id="7" creationId="{36D06DC5-2073-047E-BA9A-8ABE2C2E3F31}"/>
          </ac:graphicFrameMkLst>
        </pc:graphicFrameChg>
        <pc:picChg chg="add mod">
          <ac:chgData name="Герман Миллер" userId="0d8a695194937311" providerId="LiveId" clId="{03B99A0B-6576-4E3E-BB57-74DFD3309AC0}" dt="2026-05-11T16:47:50.269" v="64" actId="1076"/>
          <ac:picMkLst>
            <pc:docMk/>
            <pc:sldMk cId="464624426" sldId="256"/>
            <ac:picMk id="8" creationId="{DB9DB60E-12D9-D221-85D9-B0B10C909165}"/>
          </ac:picMkLst>
        </pc:picChg>
      </pc:sldChg>
      <pc:sldChg chg="addSp delSp modSp new del mod">
        <pc:chgData name="Герман Миллер" userId="0d8a695194937311" providerId="LiveId" clId="{03B99A0B-6576-4E3E-BB57-74DFD3309AC0}" dt="2026-05-11T17:02:15.521" v="89" actId="2696"/>
        <pc:sldMkLst>
          <pc:docMk/>
          <pc:sldMk cId="3872191162" sldId="257"/>
        </pc:sldMkLst>
        <pc:spChg chg="add mod">
          <ac:chgData name="Герман Миллер" userId="0d8a695194937311" providerId="LiveId" clId="{03B99A0B-6576-4E3E-BB57-74DFD3309AC0}" dt="2026-05-11T16:48:12.369" v="67" actId="1076"/>
          <ac:spMkLst>
            <pc:docMk/>
            <pc:sldMk cId="3872191162" sldId="257"/>
            <ac:spMk id="3" creationId="{4BC5A459-BCAB-15CD-D881-611FDFF35C72}"/>
          </ac:spMkLst>
        </pc:spChg>
        <pc:spChg chg="add del mod">
          <ac:chgData name="Герман Миллер" userId="0d8a695194937311" providerId="LiveId" clId="{03B99A0B-6576-4E3E-BB57-74DFD3309AC0}" dt="2026-05-11T16:48:34.793" v="70" actId="26606"/>
          <ac:spMkLst>
            <pc:docMk/>
            <pc:sldMk cId="3872191162" sldId="257"/>
            <ac:spMk id="5" creationId="{10634F8B-E423-D78A-4AE4-ABC393246756}"/>
          </ac:spMkLst>
        </pc:spChg>
        <pc:graphicFrameChg chg="add">
          <ac:chgData name="Герман Миллер" userId="0d8a695194937311" providerId="LiveId" clId="{03B99A0B-6576-4E3E-BB57-74DFD3309AC0}" dt="2026-05-11T16:48:34.793" v="70" actId="26606"/>
          <ac:graphicFrameMkLst>
            <pc:docMk/>
            <pc:sldMk cId="3872191162" sldId="257"/>
            <ac:graphicFrameMk id="7" creationId="{DBE82749-ACF9-89E1-4A54-23A361CB495B}"/>
          </ac:graphicFrameMkLst>
        </pc:graphicFrameChg>
      </pc:sldChg>
      <pc:sldChg chg="new del">
        <pc:chgData name="Герман Миллер" userId="0d8a695194937311" providerId="LiveId" clId="{03B99A0B-6576-4E3E-BB57-74DFD3309AC0}" dt="2026-05-11T17:02:16.801" v="90" actId="2696"/>
        <pc:sldMkLst>
          <pc:docMk/>
          <pc:sldMk cId="3056305183" sldId="258"/>
        </pc:sldMkLst>
      </pc:sldChg>
      <pc:sldChg chg="addSp delSp modSp new mod">
        <pc:chgData name="Герман Миллер" userId="0d8a695194937311" providerId="LiveId" clId="{03B99A0B-6576-4E3E-BB57-74DFD3309AC0}" dt="2026-05-11T17:18:20.537" v="167" actId="255"/>
        <pc:sldMkLst>
          <pc:docMk/>
          <pc:sldMk cId="4222522023" sldId="259"/>
        </pc:sldMkLst>
        <pc:spChg chg="add mod">
          <ac:chgData name="Герман Миллер" userId="0d8a695194937311" providerId="LiveId" clId="{03B99A0B-6576-4E3E-BB57-74DFD3309AC0}" dt="2026-05-11T17:14:35.166" v="131" actId="207"/>
          <ac:spMkLst>
            <pc:docMk/>
            <pc:sldMk cId="4222522023" sldId="259"/>
            <ac:spMk id="3" creationId="{7A59B70B-9D62-7379-A44B-4C9964FBFD9F}"/>
          </ac:spMkLst>
        </pc:spChg>
        <pc:spChg chg="add del mod">
          <ac:chgData name="Герман Миллер" userId="0d8a695194937311" providerId="LiveId" clId="{03B99A0B-6576-4E3E-BB57-74DFD3309AC0}" dt="2026-05-11T17:16:30.987" v="137" actId="478"/>
          <ac:spMkLst>
            <pc:docMk/>
            <pc:sldMk cId="4222522023" sldId="259"/>
            <ac:spMk id="5" creationId="{D0ADB768-4DA2-49D2-3272-25A5B9D6A4D9}"/>
          </ac:spMkLst>
        </pc:spChg>
        <pc:spChg chg="add mod">
          <ac:chgData name="Герман Миллер" userId="0d8a695194937311" providerId="LiveId" clId="{03B99A0B-6576-4E3E-BB57-74DFD3309AC0}" dt="2026-05-11T17:18:20.537" v="167" actId="255"/>
          <ac:spMkLst>
            <pc:docMk/>
            <pc:sldMk cId="4222522023" sldId="259"/>
            <ac:spMk id="7" creationId="{982BD74A-B79E-E12D-E713-E028EE3C7C1C}"/>
          </ac:spMkLst>
        </pc:spChg>
        <pc:spChg chg="add del mod ord">
          <ac:chgData name="Герман Миллер" userId="0d8a695194937311" providerId="LiveId" clId="{03B99A0B-6576-4E3E-BB57-74DFD3309AC0}" dt="2026-05-11T17:15:32.997" v="135" actId="478"/>
          <ac:spMkLst>
            <pc:docMk/>
            <pc:sldMk cId="4222522023" sldId="259"/>
            <ac:spMk id="8" creationId="{51A1CE36-1224-0DDB-9DCC-6427AF8939CC}"/>
          </ac:spMkLst>
        </pc:spChg>
        <pc:spChg chg="add mod">
          <ac:chgData name="Герман Миллер" userId="0d8a695194937311" providerId="LiveId" clId="{03B99A0B-6576-4E3E-BB57-74DFD3309AC0}" dt="2026-05-11T17:18:12.170" v="165" actId="403"/>
          <ac:spMkLst>
            <pc:docMk/>
            <pc:sldMk cId="4222522023" sldId="259"/>
            <ac:spMk id="10" creationId="{7CA4C1D4-6D4D-F425-328C-E43ACD6A607A}"/>
          </ac:spMkLst>
        </pc:spChg>
        <pc:spChg chg="add del mod ord">
          <ac:chgData name="Герман Миллер" userId="0d8a695194937311" providerId="LiveId" clId="{03B99A0B-6576-4E3E-BB57-74DFD3309AC0}" dt="2026-05-11T17:14:10.327" v="127" actId="21"/>
          <ac:spMkLst>
            <pc:docMk/>
            <pc:sldMk cId="4222522023" sldId="259"/>
            <ac:spMk id="11" creationId="{CEA60C18-EBD0-0E5F-17D7-DEDA88A6D2B4}"/>
          </ac:spMkLst>
        </pc:spChg>
        <pc:spChg chg="add mod ord">
          <ac:chgData name="Герман Миллер" userId="0d8a695194937311" providerId="LiveId" clId="{03B99A0B-6576-4E3E-BB57-74DFD3309AC0}" dt="2026-05-11T17:14:39.827" v="132" actId="207"/>
          <ac:spMkLst>
            <pc:docMk/>
            <pc:sldMk cId="4222522023" sldId="259"/>
            <ac:spMk id="12" creationId="{08C7B193-5130-DAF6-5D5A-7DF9F00D231C}"/>
          </ac:spMkLst>
        </pc:spChg>
        <pc:spChg chg="add mod">
          <ac:chgData name="Герман Миллер" userId="0d8a695194937311" providerId="LiveId" clId="{03B99A0B-6576-4E3E-BB57-74DFD3309AC0}" dt="2026-05-11T17:18:04.907" v="163" actId="255"/>
          <ac:spMkLst>
            <pc:docMk/>
            <pc:sldMk cId="4222522023" sldId="259"/>
            <ac:spMk id="14" creationId="{6E2C46DD-EEC7-5124-98CF-CDD2D585568C}"/>
          </ac:spMkLst>
        </pc:spChg>
      </pc:sldChg>
      <pc:sldChg chg="addSp delSp modSp add mod ord setBg">
        <pc:chgData name="Герман Миллер" userId="0d8a695194937311" providerId="LiveId" clId="{03B99A0B-6576-4E3E-BB57-74DFD3309AC0}" dt="2026-05-11T18:16:28.925" v="1019" actId="1076"/>
        <pc:sldMkLst>
          <pc:docMk/>
          <pc:sldMk cId="2418311280" sldId="260"/>
        </pc:sldMkLst>
        <pc:spChg chg="mod">
          <ac:chgData name="Герман Миллер" userId="0d8a695194937311" providerId="LiveId" clId="{03B99A0B-6576-4E3E-BB57-74DFD3309AC0}" dt="2026-05-11T17:18:42.900" v="174" actId="1076"/>
          <ac:spMkLst>
            <pc:docMk/>
            <pc:sldMk cId="2418311280" sldId="260"/>
            <ac:spMk id="2" creationId="{46DF71FD-7CAC-AC4F-E224-C5CBF87566ED}"/>
          </ac:spMkLst>
        </pc:spChg>
        <pc:spChg chg="mod">
          <ac:chgData name="Герман Миллер" userId="0d8a695194937311" providerId="LiveId" clId="{03B99A0B-6576-4E3E-BB57-74DFD3309AC0}" dt="2026-05-11T17:18:54.960" v="178" actId="1076"/>
          <ac:spMkLst>
            <pc:docMk/>
            <pc:sldMk cId="2418311280" sldId="260"/>
            <ac:spMk id="3" creationId="{5E0CB904-BE71-E7C6-53EC-49DEEC5DE161}"/>
          </ac:spMkLst>
        </pc:spChg>
        <pc:spChg chg="mod">
          <ac:chgData name="Герман Миллер" userId="0d8a695194937311" providerId="LiveId" clId="{03B99A0B-6576-4E3E-BB57-74DFD3309AC0}" dt="2026-05-11T17:18:40.381" v="173" actId="255"/>
          <ac:spMkLst>
            <pc:docMk/>
            <pc:sldMk cId="2418311280" sldId="260"/>
            <ac:spMk id="4" creationId="{6E6330C1-1222-128B-8D47-FCAA99A3B881}"/>
          </ac:spMkLst>
        </pc:spChg>
        <pc:spChg chg="mod">
          <ac:chgData name="Герман Миллер" userId="0d8a695194937311" providerId="LiveId" clId="{03B99A0B-6576-4E3E-BB57-74DFD3309AC0}" dt="2026-05-11T17:19:06.914" v="181" actId="403"/>
          <ac:spMkLst>
            <pc:docMk/>
            <pc:sldMk cId="2418311280" sldId="260"/>
            <ac:spMk id="5" creationId="{724C2E20-82FC-1CC2-E909-9EC2790913CC}"/>
          </ac:spMkLst>
        </pc:spChg>
        <pc:spChg chg="add del mod ord">
          <ac:chgData name="Герман Миллер" userId="0d8a695194937311" providerId="LiveId" clId="{03B99A0B-6576-4E3E-BB57-74DFD3309AC0}" dt="2026-05-11T16:49:15.838" v="80" actId="11529"/>
          <ac:spMkLst>
            <pc:docMk/>
            <pc:sldMk cId="2418311280" sldId="260"/>
            <ac:spMk id="6" creationId="{8B65FF7F-2E0D-D915-8000-E58D6558B8AD}"/>
          </ac:spMkLst>
        </pc:spChg>
        <pc:spChg chg="add mod ord">
          <ac:chgData name="Герман Миллер" userId="0d8a695194937311" providerId="LiveId" clId="{03B99A0B-6576-4E3E-BB57-74DFD3309AC0}" dt="2026-05-11T18:16:28.925" v="1019" actId="1076"/>
          <ac:spMkLst>
            <pc:docMk/>
            <pc:sldMk cId="2418311280" sldId="260"/>
            <ac:spMk id="7" creationId="{1DB4C0CF-4B23-0D6E-BDD2-8640EAEFA5B9}"/>
          </ac:spMkLst>
        </pc:spChg>
      </pc:sldChg>
      <pc:sldChg chg="addSp modSp new mod">
        <pc:chgData name="Герман Миллер" userId="0d8a695194937311" providerId="LiveId" clId="{03B99A0B-6576-4E3E-BB57-74DFD3309AC0}" dt="2026-05-11T17:48:49.144" v="416" actId="207"/>
        <pc:sldMkLst>
          <pc:docMk/>
          <pc:sldMk cId="619100362" sldId="261"/>
        </pc:sldMkLst>
        <pc:spChg chg="add mod ord">
          <ac:chgData name="Герман Миллер" userId="0d8a695194937311" providerId="LiveId" clId="{03B99A0B-6576-4E3E-BB57-74DFD3309AC0}" dt="2026-05-11T17:48:49.144" v="416" actId="207"/>
          <ac:spMkLst>
            <pc:docMk/>
            <pc:sldMk cId="619100362" sldId="261"/>
            <ac:spMk id="2" creationId="{89A7C960-7D4E-5619-8559-406CF7356E54}"/>
          </ac:spMkLst>
        </pc:spChg>
        <pc:spChg chg="add mod">
          <ac:chgData name="Герман Миллер" userId="0d8a695194937311" providerId="LiveId" clId="{03B99A0B-6576-4E3E-BB57-74DFD3309AC0}" dt="2026-05-11T17:48:34.509" v="413" actId="207"/>
          <ac:spMkLst>
            <pc:docMk/>
            <pc:sldMk cId="619100362" sldId="261"/>
            <ac:spMk id="3" creationId="{4B64DB54-822C-394C-2DEA-6EACC69D6901}"/>
          </ac:spMkLst>
        </pc:spChg>
        <pc:spChg chg="add mod">
          <ac:chgData name="Герман Миллер" userId="0d8a695194937311" providerId="LiveId" clId="{03B99A0B-6576-4E3E-BB57-74DFD3309AC0}" dt="2026-05-11T17:48:34.509" v="413" actId="207"/>
          <ac:spMkLst>
            <pc:docMk/>
            <pc:sldMk cId="619100362" sldId="261"/>
            <ac:spMk id="5" creationId="{A0E35908-E99F-270E-14F7-BE4C96FC472F}"/>
          </ac:spMkLst>
        </pc:spChg>
        <pc:spChg chg="add mod">
          <ac:chgData name="Герман Миллер" userId="0d8a695194937311" providerId="LiveId" clId="{03B99A0B-6576-4E3E-BB57-74DFD3309AC0}" dt="2026-05-11T17:48:34.509" v="413" actId="207"/>
          <ac:spMkLst>
            <pc:docMk/>
            <pc:sldMk cId="619100362" sldId="261"/>
            <ac:spMk id="7" creationId="{BA178DEE-1B4F-D4CC-3F3F-4DE00F63DD60}"/>
          </ac:spMkLst>
        </pc:spChg>
        <pc:spChg chg="add mod">
          <ac:chgData name="Герман Миллер" userId="0d8a695194937311" providerId="LiveId" clId="{03B99A0B-6576-4E3E-BB57-74DFD3309AC0}" dt="2026-05-11T17:48:34.509" v="413" actId="207"/>
          <ac:spMkLst>
            <pc:docMk/>
            <pc:sldMk cId="619100362" sldId="261"/>
            <ac:spMk id="9" creationId="{C2845DEF-3A1D-E5B8-2A81-E5D5CF7B6CFD}"/>
          </ac:spMkLst>
        </pc:spChg>
        <pc:spChg chg="add mod">
          <ac:chgData name="Герман Миллер" userId="0d8a695194937311" providerId="LiveId" clId="{03B99A0B-6576-4E3E-BB57-74DFD3309AC0}" dt="2026-05-11T17:48:34.509" v="413" actId="207"/>
          <ac:spMkLst>
            <pc:docMk/>
            <pc:sldMk cId="619100362" sldId="261"/>
            <ac:spMk id="11" creationId="{B5722DAD-9D7B-834A-D79E-68B9B23A0215}"/>
          </ac:spMkLst>
        </pc:spChg>
      </pc:sldChg>
      <pc:sldChg chg="new del">
        <pc:chgData name="Герман Миллер" userId="0d8a695194937311" providerId="LiveId" clId="{03B99A0B-6576-4E3E-BB57-74DFD3309AC0}" dt="2026-05-11T17:28:24.921" v="337" actId="2696"/>
        <pc:sldMkLst>
          <pc:docMk/>
          <pc:sldMk cId="204562924" sldId="262"/>
        </pc:sldMkLst>
      </pc:sldChg>
      <pc:sldChg chg="addSp delSp modSp new mod">
        <pc:chgData name="Герман Миллер" userId="0d8a695194937311" providerId="LiveId" clId="{03B99A0B-6576-4E3E-BB57-74DFD3309AC0}" dt="2026-05-11T17:57:58.217" v="514" actId="1076"/>
        <pc:sldMkLst>
          <pc:docMk/>
          <pc:sldMk cId="2556355822" sldId="262"/>
        </pc:sldMkLst>
        <pc:spChg chg="add del mod">
          <ac:chgData name="Герман Миллер" userId="0d8a695194937311" providerId="LiveId" clId="{03B99A0B-6576-4E3E-BB57-74DFD3309AC0}" dt="2026-05-11T17:57:04.959" v="498"/>
          <ac:spMkLst>
            <pc:docMk/>
            <pc:sldMk cId="2556355822" sldId="262"/>
            <ac:spMk id="4" creationId="{E5908B26-7EFD-2D28-CF27-A9CF5CD45E3B}"/>
          </ac:spMkLst>
        </pc:spChg>
        <pc:spChg chg="add mod">
          <ac:chgData name="Герман Миллер" userId="0d8a695194937311" providerId="LiveId" clId="{03B99A0B-6576-4E3E-BB57-74DFD3309AC0}" dt="2026-05-11T17:57:03.118" v="495" actId="1076"/>
          <ac:spMkLst>
            <pc:docMk/>
            <pc:sldMk cId="2556355822" sldId="262"/>
            <ac:spMk id="6" creationId="{EAA90D52-A8C6-0AB5-BBBB-D8D1C94CD8A1}"/>
          </ac:spMkLst>
        </pc:spChg>
        <pc:spChg chg="add mod ord">
          <ac:chgData name="Герман Миллер" userId="0d8a695194937311" providerId="LiveId" clId="{03B99A0B-6576-4E3E-BB57-74DFD3309AC0}" dt="2026-05-11T17:57:33.376" v="505"/>
          <ac:spMkLst>
            <pc:docMk/>
            <pc:sldMk cId="2556355822" sldId="262"/>
            <ac:spMk id="7" creationId="{78F12D2A-F758-3A1F-CFC9-51C5E194F0A2}"/>
          </ac:spMkLst>
        </pc:spChg>
        <pc:spChg chg="add mod">
          <ac:chgData name="Герман Миллер" userId="0d8a695194937311" providerId="LiveId" clId="{03B99A0B-6576-4E3E-BB57-74DFD3309AC0}" dt="2026-05-11T17:57:58.217" v="514" actId="1076"/>
          <ac:spMkLst>
            <pc:docMk/>
            <pc:sldMk cId="2556355822" sldId="262"/>
            <ac:spMk id="10" creationId="{2AF6D69B-7C4C-C05D-699D-D7FE17DA9D83}"/>
          </ac:spMkLst>
        </pc:spChg>
        <pc:picChg chg="add mod">
          <ac:chgData name="Герман Миллер" userId="0d8a695194937311" providerId="LiveId" clId="{03B99A0B-6576-4E3E-BB57-74DFD3309AC0}" dt="2026-05-11T17:57:04.181" v="496" actId="1076"/>
          <ac:picMkLst>
            <pc:docMk/>
            <pc:sldMk cId="2556355822" sldId="262"/>
            <ac:picMk id="2" creationId="{C0C5558B-189F-FC61-B22E-9C6923358CF1}"/>
          </ac:picMkLst>
        </pc:picChg>
        <pc:picChg chg="add del mod">
          <ac:chgData name="Герман Миллер" userId="0d8a695194937311" providerId="LiveId" clId="{03B99A0B-6576-4E3E-BB57-74DFD3309AC0}" dt="2026-05-11T17:34:01.218" v="364" actId="21"/>
          <ac:picMkLst>
            <pc:docMk/>
            <pc:sldMk cId="2556355822" sldId="262"/>
            <ac:picMk id="4" creationId="{862CF6CC-E038-CD07-9EE5-E6BC105D60D4}"/>
          </ac:picMkLst>
        </pc:picChg>
        <pc:picChg chg="add mod">
          <ac:chgData name="Герман Миллер" userId="0d8a695194937311" providerId="LiveId" clId="{03B99A0B-6576-4E3E-BB57-74DFD3309AC0}" dt="2026-05-11T17:57:37.533" v="507" actId="1076"/>
          <ac:picMkLst>
            <pc:docMk/>
            <pc:sldMk cId="2556355822" sldId="262"/>
            <ac:picMk id="8" creationId="{9FBF828A-CD19-0BF3-5418-F075DA421D55}"/>
          </ac:picMkLst>
        </pc:picChg>
      </pc:sldChg>
      <pc:sldChg chg="addSp delSp modSp new del mod">
        <pc:chgData name="Герман Миллер" userId="0d8a695194937311" providerId="LiveId" clId="{03B99A0B-6576-4E3E-BB57-74DFD3309AC0}" dt="2026-05-11T17:58:18.646" v="515" actId="2696"/>
        <pc:sldMkLst>
          <pc:docMk/>
          <pc:sldMk cId="3884983720" sldId="263"/>
        </pc:sldMkLst>
        <pc:spChg chg="add mod ord">
          <ac:chgData name="Герман Миллер" userId="0d8a695194937311" providerId="LiveId" clId="{03B99A0B-6576-4E3E-BB57-74DFD3309AC0}" dt="2026-05-11T17:47:54.063" v="405"/>
          <ac:spMkLst>
            <pc:docMk/>
            <pc:sldMk cId="3884983720" sldId="263"/>
            <ac:spMk id="2" creationId="{53FD210F-A745-5A95-2FBE-298010A76B24}"/>
          </ac:spMkLst>
        </pc:spChg>
        <pc:spChg chg="add del mod">
          <ac:chgData name="Герман Миллер" userId="0d8a695194937311" providerId="LiveId" clId="{03B99A0B-6576-4E3E-BB57-74DFD3309AC0}" dt="2026-05-11T17:56:33.579" v="480"/>
          <ac:spMkLst>
            <pc:docMk/>
            <pc:sldMk cId="3884983720" sldId="263"/>
            <ac:spMk id="5" creationId="{B5AE22DD-A9D8-979F-F1E6-A99B1A616228}"/>
          </ac:spMkLst>
        </pc:spChg>
        <pc:spChg chg="add mod">
          <ac:chgData name="Герман Миллер" userId="0d8a695194937311" providerId="LiveId" clId="{03B99A0B-6576-4E3E-BB57-74DFD3309AC0}" dt="2026-05-11T17:48:15.743" v="410" actId="1076"/>
          <ac:spMkLst>
            <pc:docMk/>
            <pc:sldMk cId="3884983720" sldId="263"/>
            <ac:spMk id="7" creationId="{4740A8A8-9277-F94C-56D3-42AD1E5988F9}"/>
          </ac:spMkLst>
        </pc:spChg>
        <pc:picChg chg="add mod">
          <ac:chgData name="Герман Миллер" userId="0d8a695194937311" providerId="LiveId" clId="{03B99A0B-6576-4E3E-BB57-74DFD3309AC0}" dt="2026-05-11T17:46:15.603" v="388" actId="1076"/>
          <ac:picMkLst>
            <pc:docMk/>
            <pc:sldMk cId="3884983720" sldId="263"/>
            <ac:picMk id="3" creationId="{E40D620C-E5CB-0518-2D4B-4314FC48C053}"/>
          </ac:picMkLst>
        </pc:picChg>
      </pc:sldChg>
      <pc:sldChg chg="addSp delSp modSp new mod">
        <pc:chgData name="Герман Миллер" userId="0d8a695194937311" providerId="LiveId" clId="{03B99A0B-6576-4E3E-BB57-74DFD3309AC0}" dt="2026-05-11T18:00:06.721" v="545" actId="1076"/>
        <pc:sldMkLst>
          <pc:docMk/>
          <pc:sldMk cId="3357465643" sldId="264"/>
        </pc:sldMkLst>
        <pc:spChg chg="add mod">
          <ac:chgData name="Герман Миллер" userId="0d8a695194937311" providerId="LiveId" clId="{03B99A0B-6576-4E3E-BB57-74DFD3309AC0}" dt="2026-05-11T17:52:24.725" v="441" actId="1076"/>
          <ac:spMkLst>
            <pc:docMk/>
            <pc:sldMk cId="3357465643" sldId="264"/>
            <ac:spMk id="4" creationId="{7A28738E-24CD-F871-8479-1249632F87A0}"/>
          </ac:spMkLst>
        </pc:spChg>
        <pc:spChg chg="add mod ord">
          <ac:chgData name="Герман Миллер" userId="0d8a695194937311" providerId="LiveId" clId="{03B99A0B-6576-4E3E-BB57-74DFD3309AC0}" dt="2026-05-11T17:51:59.382" v="434" actId="207"/>
          <ac:spMkLst>
            <pc:docMk/>
            <pc:sldMk cId="3357465643" sldId="264"/>
            <ac:spMk id="5" creationId="{F9C7185C-CF1F-5107-C4C9-6418CD6DEF90}"/>
          </ac:spMkLst>
        </pc:spChg>
        <pc:spChg chg="add del mod">
          <ac:chgData name="Герман Миллер" userId="0d8a695194937311" providerId="LiveId" clId="{03B99A0B-6576-4E3E-BB57-74DFD3309AC0}" dt="2026-05-11T17:56:23.847" v="477" actId="21"/>
          <ac:spMkLst>
            <pc:docMk/>
            <pc:sldMk cId="3357465643" sldId="264"/>
            <ac:spMk id="7" creationId="{A918554C-F1FA-6850-7AD3-649579DAD888}"/>
          </ac:spMkLst>
        </pc:spChg>
        <pc:picChg chg="add mod">
          <ac:chgData name="Герман Миллер" userId="0d8a695194937311" providerId="LiveId" clId="{03B99A0B-6576-4E3E-BB57-74DFD3309AC0}" dt="2026-05-11T18:00:06.721" v="545" actId="1076"/>
          <ac:picMkLst>
            <pc:docMk/>
            <pc:sldMk cId="3357465643" sldId="264"/>
            <ac:picMk id="2" creationId="{5439ACD2-C470-42BD-0F79-267B6D11F61B}"/>
          </ac:picMkLst>
        </pc:picChg>
      </pc:sldChg>
      <pc:sldChg chg="addSp delSp modSp new mod">
        <pc:chgData name="Герман Миллер" userId="0d8a695194937311" providerId="LiveId" clId="{03B99A0B-6576-4E3E-BB57-74DFD3309AC0}" dt="2026-05-11T17:58:53.789" v="528" actId="1076"/>
        <pc:sldMkLst>
          <pc:docMk/>
          <pc:sldMk cId="1630293365" sldId="265"/>
        </pc:sldMkLst>
        <pc:spChg chg="add mod">
          <ac:chgData name="Герман Миллер" userId="0d8a695194937311" providerId="LiveId" clId="{03B99A0B-6576-4E3E-BB57-74DFD3309AC0}" dt="2026-05-11T17:58:53.789" v="528" actId="1076"/>
          <ac:spMkLst>
            <pc:docMk/>
            <pc:sldMk cId="1630293365" sldId="265"/>
            <ac:spMk id="5" creationId="{DFB75C8C-B3AF-07D5-778F-4D96D31D8AD8}"/>
          </ac:spMkLst>
        </pc:spChg>
        <pc:spChg chg="add mod ord">
          <ac:chgData name="Герман Миллер" userId="0d8a695194937311" providerId="LiveId" clId="{03B99A0B-6576-4E3E-BB57-74DFD3309AC0}" dt="2026-05-11T17:55:41.607" v="468"/>
          <ac:spMkLst>
            <pc:docMk/>
            <pc:sldMk cId="1630293365" sldId="265"/>
            <ac:spMk id="6" creationId="{C5C75CB3-9167-4717-3FC1-4B178F6A05EB}"/>
          </ac:spMkLst>
        </pc:spChg>
        <pc:spChg chg="add del mod">
          <ac:chgData name="Герман Миллер" userId="0d8a695194937311" providerId="LiveId" clId="{03B99A0B-6576-4E3E-BB57-74DFD3309AC0}" dt="2026-05-11T17:56:16.498" v="476" actId="21"/>
          <ac:spMkLst>
            <pc:docMk/>
            <pc:sldMk cId="1630293365" sldId="265"/>
            <ac:spMk id="8" creationId="{F642CDFA-D199-F815-5D9D-9B5BA43C4266}"/>
          </ac:spMkLst>
        </pc:spChg>
        <pc:picChg chg="add mod">
          <ac:chgData name="Герман Миллер" userId="0d8a695194937311" providerId="LiveId" clId="{03B99A0B-6576-4E3E-BB57-74DFD3309AC0}" dt="2026-05-11T17:58:51.228" v="527" actId="1076"/>
          <ac:picMkLst>
            <pc:docMk/>
            <pc:sldMk cId="1630293365" sldId="265"/>
            <ac:picMk id="3" creationId="{2CCC4EFE-A28A-3DDC-0E88-45ECEC6FEEF6}"/>
          </ac:picMkLst>
        </pc:picChg>
        <pc:picChg chg="add mod">
          <ac:chgData name="Герман Миллер" userId="0d8a695194937311" providerId="LiveId" clId="{03B99A0B-6576-4E3E-BB57-74DFD3309AC0}" dt="2026-05-11T17:58:38.558" v="522"/>
          <ac:picMkLst>
            <pc:docMk/>
            <pc:sldMk cId="1630293365" sldId="265"/>
            <ac:picMk id="9" creationId="{B99281E0-4E60-52F8-D9C2-B968BE9527BA}"/>
          </ac:picMkLst>
        </pc:picChg>
      </pc:sldChg>
      <pc:sldChg chg="addSp modSp new mod">
        <pc:chgData name="Герман Миллер" userId="0d8a695194937311" providerId="LiveId" clId="{03B99A0B-6576-4E3E-BB57-74DFD3309AC0}" dt="2026-05-11T18:00:01.021" v="544" actId="207"/>
        <pc:sldMkLst>
          <pc:docMk/>
          <pc:sldMk cId="4217626030" sldId="266"/>
        </pc:sldMkLst>
        <pc:spChg chg="add mod">
          <ac:chgData name="Герман Миллер" userId="0d8a695194937311" providerId="LiveId" clId="{03B99A0B-6576-4E3E-BB57-74DFD3309AC0}" dt="2026-05-11T17:59:49.597" v="541" actId="207"/>
          <ac:spMkLst>
            <pc:docMk/>
            <pc:sldMk cId="4217626030" sldId="266"/>
            <ac:spMk id="4" creationId="{BF875683-C92E-B144-E67B-878CD59C1806}"/>
          </ac:spMkLst>
        </pc:spChg>
        <pc:spChg chg="add mod ord">
          <ac:chgData name="Герман Миллер" userId="0d8a695194937311" providerId="LiveId" clId="{03B99A0B-6576-4E3E-BB57-74DFD3309AC0}" dt="2026-05-11T18:00:01.021" v="544" actId="207"/>
          <ac:spMkLst>
            <pc:docMk/>
            <pc:sldMk cId="4217626030" sldId="266"/>
            <ac:spMk id="5" creationId="{AA979A65-CC2E-658F-C47A-CEC9C5C4E4A1}"/>
          </ac:spMkLst>
        </pc:spChg>
        <pc:picChg chg="add mod">
          <ac:chgData name="Герман Миллер" userId="0d8a695194937311" providerId="LiveId" clId="{03B99A0B-6576-4E3E-BB57-74DFD3309AC0}" dt="2026-05-11T17:59:15.829" v="533" actId="1076"/>
          <ac:picMkLst>
            <pc:docMk/>
            <pc:sldMk cId="4217626030" sldId="266"/>
            <ac:picMk id="2" creationId="{4AF44F97-F311-CE74-8A15-A20631989D32}"/>
          </ac:picMkLst>
        </pc:picChg>
      </pc:sldChg>
      <pc:sldChg chg="addSp delSp modSp new mod">
        <pc:chgData name="Герман Миллер" userId="0d8a695194937311" providerId="LiveId" clId="{03B99A0B-6576-4E3E-BB57-74DFD3309AC0}" dt="2026-05-12T09:22:04.699" v="1030" actId="14100"/>
        <pc:sldMkLst>
          <pc:docMk/>
          <pc:sldMk cId="2647661373" sldId="267"/>
        </pc:sldMkLst>
        <pc:spChg chg="add mod">
          <ac:chgData name="Герман Миллер" userId="0d8a695194937311" providerId="LiveId" clId="{03B99A0B-6576-4E3E-BB57-74DFD3309AC0}" dt="2026-05-11T18:02:21.420" v="593" actId="1076"/>
          <ac:spMkLst>
            <pc:docMk/>
            <pc:sldMk cId="2647661373" sldId="267"/>
            <ac:spMk id="10" creationId="{806C94C5-6194-A457-EDB2-E7228FC7C270}"/>
          </ac:spMkLst>
        </pc:spChg>
        <pc:spChg chg="add mod ord">
          <ac:chgData name="Герман Миллер" userId="0d8a695194937311" providerId="LiveId" clId="{03B99A0B-6576-4E3E-BB57-74DFD3309AC0}" dt="2026-05-11T18:02:11.153" v="590" actId="207"/>
          <ac:spMkLst>
            <pc:docMk/>
            <pc:sldMk cId="2647661373" sldId="267"/>
            <ac:spMk id="11" creationId="{662E5467-1A7E-696C-E0C1-BD1CD6485C0A}"/>
          </ac:spMkLst>
        </pc:spChg>
        <pc:picChg chg="add del mod">
          <ac:chgData name="Герман Миллер" userId="0d8a695194937311" providerId="LiveId" clId="{03B99A0B-6576-4E3E-BB57-74DFD3309AC0}" dt="2026-05-11T18:00:46.222" v="556" actId="21"/>
          <ac:picMkLst>
            <pc:docMk/>
            <pc:sldMk cId="2647661373" sldId="267"/>
            <ac:picMk id="2" creationId="{891C4E51-F783-AE72-EF26-391837503344}"/>
          </ac:picMkLst>
        </pc:picChg>
        <pc:picChg chg="add del mod">
          <ac:chgData name="Герман Миллер" userId="0d8a695194937311" providerId="LiveId" clId="{03B99A0B-6576-4E3E-BB57-74DFD3309AC0}" dt="2026-05-11T18:01:06.250" v="569" actId="21"/>
          <ac:picMkLst>
            <pc:docMk/>
            <pc:sldMk cId="2647661373" sldId="267"/>
            <ac:picMk id="4" creationId="{287759EF-A232-C083-0D15-32DD3D908EF0}"/>
          </ac:picMkLst>
        </pc:picChg>
        <pc:picChg chg="add del mod">
          <ac:chgData name="Герман Миллер" userId="0d8a695194937311" providerId="LiveId" clId="{03B99A0B-6576-4E3E-BB57-74DFD3309AC0}" dt="2026-05-11T18:01:17.624" v="572" actId="21"/>
          <ac:picMkLst>
            <pc:docMk/>
            <pc:sldMk cId="2647661373" sldId="267"/>
            <ac:picMk id="6" creationId="{99666B67-2C33-EF25-80AD-52ED92162B8C}"/>
          </ac:picMkLst>
        </pc:picChg>
        <pc:picChg chg="add mod">
          <ac:chgData name="Герман Миллер" userId="0d8a695194937311" providerId="LiveId" clId="{03B99A0B-6576-4E3E-BB57-74DFD3309AC0}" dt="2026-05-12T09:22:04.699" v="1030" actId="14100"/>
          <ac:picMkLst>
            <pc:docMk/>
            <pc:sldMk cId="2647661373" sldId="267"/>
            <ac:picMk id="8" creationId="{B5B6176F-45E4-D165-41B5-DE3F5F7E3FEE}"/>
          </ac:picMkLst>
        </pc:picChg>
      </pc:sldChg>
      <pc:sldChg chg="addSp modSp new mod">
        <pc:chgData name="Герман Миллер" userId="0d8a695194937311" providerId="LiveId" clId="{03B99A0B-6576-4E3E-BB57-74DFD3309AC0}" dt="2026-05-11T18:03:52.144" v="661" actId="1076"/>
        <pc:sldMkLst>
          <pc:docMk/>
          <pc:sldMk cId="4204949836" sldId="268"/>
        </pc:sldMkLst>
        <pc:spChg chg="add mod ord">
          <ac:chgData name="Герман Миллер" userId="0d8a695194937311" providerId="LiveId" clId="{03B99A0B-6576-4E3E-BB57-74DFD3309AC0}" dt="2026-05-11T18:03:08.720" v="606" actId="20577"/>
          <ac:spMkLst>
            <pc:docMk/>
            <pc:sldMk cId="4204949836" sldId="268"/>
            <ac:spMk id="3" creationId="{B68C8B0B-9AC0-95B9-B761-25C03FDB5A5D}"/>
          </ac:spMkLst>
        </pc:spChg>
        <pc:spChg chg="add mod">
          <ac:chgData name="Герман Миллер" userId="0d8a695194937311" providerId="LiveId" clId="{03B99A0B-6576-4E3E-BB57-74DFD3309AC0}" dt="2026-05-11T18:03:52.144" v="661" actId="1076"/>
          <ac:spMkLst>
            <pc:docMk/>
            <pc:sldMk cId="4204949836" sldId="268"/>
            <ac:spMk id="4" creationId="{1F3FC880-A4FA-21C9-E345-86F31FC132CF}"/>
          </ac:spMkLst>
        </pc:spChg>
        <pc:picChg chg="add mod">
          <ac:chgData name="Герман Миллер" userId="0d8a695194937311" providerId="LiveId" clId="{03B99A0B-6576-4E3E-BB57-74DFD3309AC0}" dt="2026-05-11T18:02:43.656" v="599" actId="14100"/>
          <ac:picMkLst>
            <pc:docMk/>
            <pc:sldMk cId="4204949836" sldId="268"/>
            <ac:picMk id="2" creationId="{9D983BCF-5F79-D519-A01F-757BB0DE2F0D}"/>
          </ac:picMkLst>
        </pc:picChg>
      </pc:sldChg>
      <pc:sldChg chg="addSp modSp new mod">
        <pc:chgData name="Герман Миллер" userId="0d8a695194937311" providerId="LiveId" clId="{03B99A0B-6576-4E3E-BB57-74DFD3309AC0}" dt="2026-05-11T18:05:15.934" v="708" actId="13822"/>
        <pc:sldMkLst>
          <pc:docMk/>
          <pc:sldMk cId="2375261693" sldId="269"/>
        </pc:sldMkLst>
        <pc:spChg chg="add mod ord">
          <ac:chgData name="Герман Миллер" userId="0d8a695194937311" providerId="LiveId" clId="{03B99A0B-6576-4E3E-BB57-74DFD3309AC0}" dt="2026-05-11T18:05:06.698" v="705" actId="167"/>
          <ac:spMkLst>
            <pc:docMk/>
            <pc:sldMk cId="2375261693" sldId="269"/>
            <ac:spMk id="3" creationId="{E79F670E-EBE0-9707-8D24-8C2673CB0776}"/>
          </ac:spMkLst>
        </pc:spChg>
        <pc:spChg chg="add mod">
          <ac:chgData name="Герман Миллер" userId="0d8a695194937311" providerId="LiveId" clId="{03B99A0B-6576-4E3E-BB57-74DFD3309AC0}" dt="2026-05-11T18:04:57.107" v="703" actId="1076"/>
          <ac:spMkLst>
            <pc:docMk/>
            <pc:sldMk cId="2375261693" sldId="269"/>
            <ac:spMk id="4" creationId="{ED62B4DA-12FE-62D3-CAD4-6397A53EA214}"/>
          </ac:spMkLst>
        </pc:spChg>
        <pc:spChg chg="add mod">
          <ac:chgData name="Герман Миллер" userId="0d8a695194937311" providerId="LiveId" clId="{03B99A0B-6576-4E3E-BB57-74DFD3309AC0}" dt="2026-05-11T18:05:15.934" v="708" actId="13822"/>
          <ac:spMkLst>
            <pc:docMk/>
            <pc:sldMk cId="2375261693" sldId="269"/>
            <ac:spMk id="5" creationId="{B0617D55-0E84-2A67-8AC2-E5D24D4156D5}"/>
          </ac:spMkLst>
        </pc:spChg>
        <pc:picChg chg="add mod">
          <ac:chgData name="Герман Миллер" userId="0d8a695194937311" providerId="LiveId" clId="{03B99A0B-6576-4E3E-BB57-74DFD3309AC0}" dt="2026-05-11T18:05:08.753" v="706" actId="1076"/>
          <ac:picMkLst>
            <pc:docMk/>
            <pc:sldMk cId="2375261693" sldId="269"/>
            <ac:picMk id="2" creationId="{7C2094A7-2585-4DC3-10D7-6364D9AB332E}"/>
          </ac:picMkLst>
        </pc:picChg>
      </pc:sldChg>
      <pc:sldChg chg="addSp modSp new mod">
        <pc:chgData name="Герман Миллер" userId="0d8a695194937311" providerId="LiveId" clId="{03B99A0B-6576-4E3E-BB57-74DFD3309AC0}" dt="2026-05-11T18:06:38.193" v="803" actId="20577"/>
        <pc:sldMkLst>
          <pc:docMk/>
          <pc:sldMk cId="882466667" sldId="270"/>
        </pc:sldMkLst>
        <pc:spChg chg="add mod">
          <ac:chgData name="Герман Миллер" userId="0d8a695194937311" providerId="LiveId" clId="{03B99A0B-6576-4E3E-BB57-74DFD3309AC0}" dt="2026-05-11T18:06:38.193" v="803" actId="20577"/>
          <ac:spMkLst>
            <pc:docMk/>
            <pc:sldMk cId="882466667" sldId="270"/>
            <ac:spMk id="3" creationId="{3A0820EF-BE1E-CE1E-7A19-A4568CEBD8E9}"/>
          </ac:spMkLst>
        </pc:spChg>
        <pc:picChg chg="add mod">
          <ac:chgData name="Герман Миллер" userId="0d8a695194937311" providerId="LiveId" clId="{03B99A0B-6576-4E3E-BB57-74DFD3309AC0}" dt="2026-05-11T18:05:40.034" v="718" actId="1076"/>
          <ac:picMkLst>
            <pc:docMk/>
            <pc:sldMk cId="882466667" sldId="270"/>
            <ac:picMk id="2" creationId="{50B73ACD-55E6-2C71-FB72-F80486F2BDD9}"/>
          </ac:picMkLst>
        </pc:picChg>
      </pc:sldChg>
      <pc:sldChg chg="addSp modSp new mod">
        <pc:chgData name="Герман Миллер" userId="0d8a695194937311" providerId="LiveId" clId="{03B99A0B-6576-4E3E-BB57-74DFD3309AC0}" dt="2026-05-11T18:08:28.953" v="882" actId="20577"/>
        <pc:sldMkLst>
          <pc:docMk/>
          <pc:sldMk cId="3069579487" sldId="271"/>
        </pc:sldMkLst>
        <pc:spChg chg="add mod ord">
          <ac:chgData name="Герман Миллер" userId="0d8a695194937311" providerId="LiveId" clId="{03B99A0B-6576-4E3E-BB57-74DFD3309AC0}" dt="2026-05-11T18:07:15.404" v="814" actId="167"/>
          <ac:spMkLst>
            <pc:docMk/>
            <pc:sldMk cId="3069579487" sldId="271"/>
            <ac:spMk id="4" creationId="{D2B80EB9-F510-6402-E73E-C4CD8D7B5EC1}"/>
          </ac:spMkLst>
        </pc:spChg>
        <pc:spChg chg="add mod">
          <ac:chgData name="Герман Миллер" userId="0d8a695194937311" providerId="LiveId" clId="{03B99A0B-6576-4E3E-BB57-74DFD3309AC0}" dt="2026-05-11T18:07:57.376" v="853" actId="255"/>
          <ac:spMkLst>
            <pc:docMk/>
            <pc:sldMk cId="3069579487" sldId="271"/>
            <ac:spMk id="5" creationId="{A895DF1E-5569-5113-EAEA-39A32F34210C}"/>
          </ac:spMkLst>
        </pc:spChg>
        <pc:spChg chg="add mod">
          <ac:chgData name="Герман Миллер" userId="0d8a695194937311" providerId="LiveId" clId="{03B99A0B-6576-4E3E-BB57-74DFD3309AC0}" dt="2026-05-11T18:08:28.953" v="882" actId="20577"/>
          <ac:spMkLst>
            <pc:docMk/>
            <pc:sldMk cId="3069579487" sldId="271"/>
            <ac:spMk id="6" creationId="{AAAFDD8B-5FE0-6413-587F-DC143CF67053}"/>
          </ac:spMkLst>
        </pc:spChg>
        <pc:picChg chg="add mod">
          <ac:chgData name="Герман Миллер" userId="0d8a695194937311" providerId="LiveId" clId="{03B99A0B-6576-4E3E-BB57-74DFD3309AC0}" dt="2026-05-11T18:06:55.859" v="807" actId="1076"/>
          <ac:picMkLst>
            <pc:docMk/>
            <pc:sldMk cId="3069579487" sldId="271"/>
            <ac:picMk id="2" creationId="{BB460E1B-6C6E-8DCA-57BA-EF0B63EA7AE1}"/>
          </ac:picMkLst>
        </pc:picChg>
        <pc:picChg chg="add mod">
          <ac:chgData name="Герман Миллер" userId="0d8a695194937311" providerId="LiveId" clId="{03B99A0B-6576-4E3E-BB57-74DFD3309AC0}" dt="2026-05-11T18:07:04.844" v="811" actId="1076"/>
          <ac:picMkLst>
            <pc:docMk/>
            <pc:sldMk cId="3069579487" sldId="271"/>
            <ac:picMk id="3" creationId="{E6553319-7130-A17E-ECAC-CEE36FE44986}"/>
          </ac:picMkLst>
        </pc:picChg>
      </pc:sldChg>
      <pc:sldChg chg="addSp modSp new mod">
        <pc:chgData name="Герман Миллер" userId="0d8a695194937311" providerId="LiveId" clId="{03B99A0B-6576-4E3E-BB57-74DFD3309AC0}" dt="2026-05-11T18:12:14.505" v="1010" actId="1076"/>
        <pc:sldMkLst>
          <pc:docMk/>
          <pc:sldMk cId="2546612386" sldId="272"/>
        </pc:sldMkLst>
        <pc:spChg chg="add mod">
          <ac:chgData name="Герман Миллер" userId="0d8a695194937311" providerId="LiveId" clId="{03B99A0B-6576-4E3E-BB57-74DFD3309AC0}" dt="2026-05-11T18:10:32.988" v="922" actId="1076"/>
          <ac:spMkLst>
            <pc:docMk/>
            <pc:sldMk cId="2546612386" sldId="272"/>
            <ac:spMk id="4" creationId="{42F6A89C-144D-C3BB-4770-EACE35867B25}"/>
          </ac:spMkLst>
        </pc:spChg>
        <pc:picChg chg="add mod">
          <ac:chgData name="Герман Миллер" userId="0d8a695194937311" providerId="LiveId" clId="{03B99A0B-6576-4E3E-BB57-74DFD3309AC0}" dt="2026-05-11T18:12:13.051" v="1009" actId="1076"/>
          <ac:picMkLst>
            <pc:docMk/>
            <pc:sldMk cId="2546612386" sldId="272"/>
            <ac:picMk id="2" creationId="{ADFD99E1-4D8A-C9A4-6434-DB938CE1001E}"/>
          </ac:picMkLst>
        </pc:picChg>
        <pc:picChg chg="add mod">
          <ac:chgData name="Герман Миллер" userId="0d8a695194937311" providerId="LiveId" clId="{03B99A0B-6576-4E3E-BB57-74DFD3309AC0}" dt="2026-05-11T18:12:14.505" v="1010" actId="1076"/>
          <ac:picMkLst>
            <pc:docMk/>
            <pc:sldMk cId="2546612386" sldId="272"/>
            <ac:picMk id="3" creationId="{20E927C4-1ACA-A04F-09D4-0C4E11B3695F}"/>
          </ac:picMkLst>
        </pc:picChg>
      </pc:sldChg>
      <pc:sldChg chg="addSp delSp modSp new mod">
        <pc:chgData name="Герман Миллер" userId="0d8a695194937311" providerId="LiveId" clId="{03B99A0B-6576-4E3E-BB57-74DFD3309AC0}" dt="2026-05-11T18:11:59.681" v="1005" actId="1076"/>
        <pc:sldMkLst>
          <pc:docMk/>
          <pc:sldMk cId="3161439482" sldId="273"/>
        </pc:sldMkLst>
        <pc:spChg chg="add del mod">
          <ac:chgData name="Герман Миллер" userId="0d8a695194937311" providerId="LiveId" clId="{03B99A0B-6576-4E3E-BB57-74DFD3309AC0}" dt="2026-05-11T18:11:13.759" v="945" actId="478"/>
          <ac:spMkLst>
            <pc:docMk/>
            <pc:sldMk cId="3161439482" sldId="273"/>
            <ac:spMk id="4" creationId="{94B6C345-6F60-9BDC-A2D9-DF5A157BFD10}"/>
          </ac:spMkLst>
        </pc:spChg>
        <pc:spChg chg="add mod">
          <ac:chgData name="Герман Миллер" userId="0d8a695194937311" providerId="LiveId" clId="{03B99A0B-6576-4E3E-BB57-74DFD3309AC0}" dt="2026-05-11T18:11:58.028" v="1004" actId="122"/>
          <ac:spMkLst>
            <pc:docMk/>
            <pc:sldMk cId="3161439482" sldId="273"/>
            <ac:spMk id="5" creationId="{C9956AB9-AB68-D661-7818-EEBDF52D71EF}"/>
          </ac:spMkLst>
        </pc:spChg>
        <pc:picChg chg="add mod">
          <ac:chgData name="Герман Миллер" userId="0d8a695194937311" providerId="LiveId" clId="{03B99A0B-6576-4E3E-BB57-74DFD3309AC0}" dt="2026-05-11T18:11:59.681" v="1005" actId="1076"/>
          <ac:picMkLst>
            <pc:docMk/>
            <pc:sldMk cId="3161439482" sldId="273"/>
            <ac:picMk id="2" creationId="{A913D1AA-3FE1-19BD-5785-E00E28F57CC5}"/>
          </ac:picMkLst>
        </pc:picChg>
        <pc:picChg chg="add del mod">
          <ac:chgData name="Герман Миллер" userId="0d8a695194937311" providerId="LiveId" clId="{03B99A0B-6576-4E3E-BB57-74DFD3309AC0}" dt="2026-05-11T18:10:42.461" v="925" actId="21"/>
          <ac:picMkLst>
            <pc:docMk/>
            <pc:sldMk cId="3161439482" sldId="273"/>
            <ac:picMk id="3" creationId="{72F97454-C080-DEA1-0934-51F180127F82}"/>
          </ac:picMkLst>
        </pc:picChg>
      </pc:sldChg>
      <pc:sldChg chg="add">
        <pc:chgData name="Герман Миллер" userId="0d8a695194937311" providerId="LiveId" clId="{03B99A0B-6576-4E3E-BB57-74DFD3309AC0}" dt="2026-05-11T18:12:52.070" v="1015"/>
        <pc:sldMkLst>
          <pc:docMk/>
          <pc:sldMk cId="2302103411" sldId="274"/>
        </pc:sldMkLst>
      </pc:sldChg>
      <pc:sldChg chg="addSp modSp new del mod">
        <pc:chgData name="Герман Миллер" userId="0d8a695194937311" providerId="LiveId" clId="{03B99A0B-6576-4E3E-BB57-74DFD3309AC0}" dt="2026-05-11T18:12:44.514" v="1014" actId="2696"/>
        <pc:sldMkLst>
          <pc:docMk/>
          <pc:sldMk cId="3598322653" sldId="274"/>
        </pc:sldMkLst>
        <pc:spChg chg="add mod">
          <ac:chgData name="Герман Миллер" userId="0d8a695194937311" providerId="LiveId" clId="{03B99A0B-6576-4E3E-BB57-74DFD3309AC0}" dt="2026-05-11T18:12:42.353" v="1013" actId="1076"/>
          <ac:spMkLst>
            <pc:docMk/>
            <pc:sldMk cId="3598322653" sldId="274"/>
            <ac:spMk id="2" creationId="{CAA19A33-925B-3AF5-0F78-A400233A06F1}"/>
          </ac:spMkLst>
        </pc:spChg>
      </pc:sldChg>
      <pc:sldChg chg="add del">
        <pc:chgData name="Герман Миллер" userId="0d8a695194937311" providerId="LiveId" clId="{03B99A0B-6576-4E3E-BB57-74DFD3309AC0}" dt="2026-05-11T18:55:31.832" v="1023" actId="2696"/>
        <pc:sldMkLst>
          <pc:docMk/>
          <pc:sldMk cId="2329444257" sldId="275"/>
        </pc:sldMkLst>
      </pc:sldChg>
      <pc:sldChg chg="new del">
        <pc:chgData name="Герман Миллер" userId="0d8a695194937311" providerId="LiveId" clId="{03B99A0B-6576-4E3E-BB57-74DFD3309AC0}" dt="2026-05-11T18:55:26.967" v="1021" actId="2696"/>
        <pc:sldMkLst>
          <pc:docMk/>
          <pc:sldMk cId="2537180013" sldId="275"/>
        </pc:sldMkLst>
      </pc:sldChg>
      <pc:sldChg chg="delSp add ord setBg delDesignElem">
        <pc:chgData name="Герман Миллер" userId="0d8a695194937311" providerId="LiveId" clId="{03B99A0B-6576-4E3E-BB57-74DFD3309AC0}" dt="2026-05-11T18:55:38.100" v="1027"/>
        <pc:sldMkLst>
          <pc:docMk/>
          <pc:sldMk cId="2596620594" sldId="275"/>
        </pc:sldMkLst>
        <pc:spChg chg="del">
          <ac:chgData name="Герман Миллер" userId="0d8a695194937311" providerId="LiveId" clId="{03B99A0B-6576-4E3E-BB57-74DFD3309AC0}" dt="2026-05-11T18:55:36.358" v="1025"/>
          <ac:spMkLst>
            <pc:docMk/>
            <pc:sldMk cId="2596620594" sldId="275"/>
            <ac:spMk id="45" creationId="{934F1179-B481-4F9E-BCA3-AFB972070F83}"/>
          </ac:spMkLst>
        </pc:spChg>
        <pc:spChg chg="del">
          <ac:chgData name="Герман Миллер" userId="0d8a695194937311" providerId="LiveId" clId="{03B99A0B-6576-4E3E-BB57-74DFD3309AC0}" dt="2026-05-11T18:55:36.358" v="1025"/>
          <ac:spMkLst>
            <pc:docMk/>
            <pc:sldMk cId="2596620594" sldId="275"/>
            <ac:spMk id="47" creationId="{827DC2C4-B485-428A-BF4A-472D2967F47F}"/>
          </ac:spMkLst>
        </pc:spChg>
        <pc:spChg chg="del">
          <ac:chgData name="Герман Миллер" userId="0d8a695194937311" providerId="LiveId" clId="{03B99A0B-6576-4E3E-BB57-74DFD3309AC0}" dt="2026-05-11T18:55:36.358" v="1025"/>
          <ac:spMkLst>
            <pc:docMk/>
            <pc:sldMk cId="2596620594" sldId="275"/>
            <ac:spMk id="49" creationId="{EE04B5EB-F158-4507-90DD-BD23620C7CC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86B735-E60F-4B72-8BC3-682A6876639B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255DE6-94E9-4C4D-8BF8-5E36B7ABAC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7270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7093D8-BA44-4A0D-8363-605EF4AED817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49967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C87C1F-78AB-F6DD-7AAB-6F715DDBC3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1700790-9D8D-B22B-DEAA-24E0B7215E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7096F84-6241-A33E-D527-04F8C34A5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8E253-411D-4AF2-BB07-DFDD09CCBD7C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7572BC7-289E-768C-C36C-1A35DB9DB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78FEF11-CF12-F6F3-0C4F-987E383E4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09DE3-A79E-4615-BC51-8D2312602C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448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C38B1B-BFED-BB07-D3EE-F53A39DFA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29AFAA1-04C8-29A1-BB14-D2CB77609C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E3E0A04-02F4-E3ED-795E-64E384B3B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8E253-411D-4AF2-BB07-DFDD09CCBD7C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EEB9BB7-45A9-4C1B-B9FF-0BAF2A66D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5DBCF9-EAB0-4166-147D-BBAED19B0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09DE3-A79E-4615-BC51-8D2312602C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2547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85A096-EA17-30AA-E38F-1AFBF2C49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2A08EC9-B7B5-6D50-1D7F-5E945815EA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958D4B4-EE04-7AD6-31F2-06A73881A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8E253-411D-4AF2-BB07-DFDD09CCBD7C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99E00F8-95E7-400A-5752-6EF55450E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F567C9B-57A0-6620-F693-726E06CB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09DE3-A79E-4615-BC51-8D2312602C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9742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8415AA-19DB-86EF-AA0F-99C6DE7A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B5BF4D-2890-99D6-EF83-40ABC49BD2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0B008F8-6F2E-72E1-D47C-F617FFBD1D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7DED4AD-AA58-8808-57DF-3140BFCC5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8E253-411D-4AF2-BB07-DFDD09CCBD7C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04A6304-2B30-EAA8-A1BA-10C0693A0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A57D9A8-1C67-DF91-B466-A9731033D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09DE3-A79E-4615-BC51-8D2312602C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2414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C5A785-6279-F6BD-6D6B-C6013F0E6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BA62BE4-501A-4C69-2EDD-19E9BF6A3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5187984-A9AB-A2ED-1071-EC294D326D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23FBA87-5872-8219-47F4-07AD843F1E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91B59AA-484E-A092-9FDF-740491E4AE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7DBD75B-1CB0-19A4-17A3-363124F3C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8E253-411D-4AF2-BB07-DFDD09CCBD7C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5C5DAB3-38CC-E71E-8B2C-7A53ED90E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B435F92-6E3B-FC0C-CF9E-C174C1989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09DE3-A79E-4615-BC51-8D2312602C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8281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9D7A02-557F-CE32-2906-9965C7D64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D6CE055-17D4-84B7-4755-31924A471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8E253-411D-4AF2-BB07-DFDD09CCBD7C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F6011CB-4E47-D0F3-C1D5-152CF179B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366F4C8-74C8-B079-9F26-D25B60286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09DE3-A79E-4615-BC51-8D2312602C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8828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8AF651F-B2B8-5DED-E9C0-72D49C8D6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8E253-411D-4AF2-BB07-DFDD09CCBD7C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F477235-94C1-74C9-198A-FDC053469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EA099B1-E8F1-E69D-CE02-EC7EFA231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09DE3-A79E-4615-BC51-8D2312602C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5222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901001-446E-0A27-F7FC-045366D12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1F3219-DF61-B738-4210-25C93C7324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CD08E5E-A9CA-1965-4255-C908383387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D56DADC-3B94-1B7E-FEF3-7D5953F8C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8E253-411D-4AF2-BB07-DFDD09CCBD7C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415963-4859-A753-F5DE-4943D1E6E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B86B416-D98D-D7DE-CB68-01EF3D888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09DE3-A79E-4615-BC51-8D2312602C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4890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4463AC-FFD2-9EC6-5C6A-7B7DD0D47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2A79977-00F7-D510-161B-53AEC2EAD4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430B3E1-2E0D-D141-1BD2-423D62F35D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78C7F81-BFA4-C5A8-D638-8EC992FD5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8E253-411D-4AF2-BB07-DFDD09CCBD7C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53928FF-CCE9-F598-EB0F-62FEAFB64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4349435-9E5C-93AB-B26C-EA4F95C82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09DE3-A79E-4615-BC51-8D2312602C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4033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B8BF2F-8579-D490-B603-BF07F028C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3A31238-E8E5-CF89-1A7F-4F830FF356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42A36C1-9E66-DCE7-48B1-6C0EFC330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8E253-411D-4AF2-BB07-DFDD09CCBD7C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755385F-847E-4F0F-219E-DD1D5A51A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AA00F25-351D-AC1B-D2E0-F4A738458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09DE3-A79E-4615-BC51-8D2312602C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9241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5EE304E-3882-6559-E0C0-7A58EF5BFC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80A539E-FF71-A070-603F-2D9164293F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60B3F21-1F1D-B9DA-2733-35088DC8F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8E253-411D-4AF2-BB07-DFDD09CCBD7C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7A32C94-9ED7-6EE0-D966-D097DFE82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C77CA57-2920-F074-C1C7-D66BE1EC4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09DE3-A79E-4615-BC51-8D2312602C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1234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C75403-2337-6925-22C9-B2CB63612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9617AAB-76F9-3C59-E99C-06F8BCBF3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0D23278-ABF7-B380-E3DE-A6C3616F0D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38E253-411D-4AF2-BB07-DFDD09CCBD7C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61E99CA-B71C-44C9-8FE2-C22006F5E3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71C9045-1A63-5B20-4E84-3A969D5D9A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509DE3-A79E-4615-BC51-8D2312602C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0662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DB4C0CF-4B23-0D6E-BDD2-8640EAEFA5B9}"/>
              </a:ext>
            </a:extLst>
          </p:cNvPr>
          <p:cNvSpPr/>
          <p:nvPr/>
        </p:nvSpPr>
        <p:spPr>
          <a:xfrm>
            <a:off x="0" y="-57751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DF71FD-7CAC-AC4F-E224-C5CBF87566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67001" y="1527550"/>
            <a:ext cx="8057997" cy="2387600"/>
          </a:xfr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Курсовой проект на тему: Проектирование ИС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Мебельный Салон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E0CB904-BE71-E7C6-53EC-49DEEC5DE1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05225" y="4358520"/>
            <a:ext cx="6181548" cy="999179"/>
          </a:xfr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2500"/>
          </a:bodyPr>
          <a:lstStyle/>
          <a:p>
            <a:pPr algn="l"/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Миллер Г.А.</a:t>
            </a:r>
          </a:p>
          <a:p>
            <a:pPr algn="l"/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2 курса очной формы обучения, группы ИСиП 24-9-2</a:t>
            </a:r>
          </a:p>
          <a:p>
            <a:pPr algn="l"/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Проверила: Гончарова Т.В., должность: преподаватель проф. дисциплин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6330C1-1222-128B-8D47-FCAA99A3B881}"/>
              </a:ext>
            </a:extLst>
          </p:cNvPr>
          <p:cNvSpPr txBox="1"/>
          <p:nvPr/>
        </p:nvSpPr>
        <p:spPr>
          <a:xfrm>
            <a:off x="532584" y="57751"/>
            <a:ext cx="11088327" cy="1200329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ГОСУДАРСТВЕННОЕ АВТОНОМНОЕ ПРОФЕССИОНАЛЬНОЕ ОБРАЗОВАТЕЛЬНОЕ УЧРЕЖДЕНИЕ  ТЮМЕНСКОЙ ОБЛАСТИ 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“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ТЮМЕНСКИЙ ТЕХНИКУМ СТРОИТЕЛЬНОЙ ИНДУСТРИИ И ГОРОДСКОГО ХОЗЯЙСТВА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”</a:t>
            </a:r>
            <a:endParaRPr lang="ru-RU" sz="2400" dirty="0">
              <a:solidFill>
                <a:schemeClr val="bg1"/>
              </a:solidFill>
              <a:latin typeface="Times New Roman" panose="02020603050405020304" pitchFamily="18" charset="0"/>
              <a:ea typeface="ADLaM Display" panose="020100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4C2E20-82FC-1CC2-E909-9EC2790913CC}"/>
              </a:ext>
            </a:extLst>
          </p:cNvPr>
          <p:cNvSpPr txBox="1"/>
          <p:nvPr/>
        </p:nvSpPr>
        <p:spPr>
          <a:xfrm>
            <a:off x="5205691" y="6079225"/>
            <a:ext cx="1812869" cy="400110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Г. Тюмень, </a:t>
            </a:r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2026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8311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8C7B193-5130-DAF6-5D5A-7DF9F00D231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59B70B-9D62-7379-A44B-4C9964FBFD9F}"/>
              </a:ext>
            </a:extLst>
          </p:cNvPr>
          <p:cNvSpPr txBox="1"/>
          <p:nvPr/>
        </p:nvSpPr>
        <p:spPr>
          <a:xfrm>
            <a:off x="3046828" y="0"/>
            <a:ext cx="60983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 И ЦЕЛЬ ПРОЕКТА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2BD74A-B79E-E12D-E713-E028EE3C7C1C}"/>
              </a:ext>
            </a:extLst>
          </p:cNvPr>
          <p:cNvSpPr txBox="1"/>
          <p:nvPr/>
        </p:nvSpPr>
        <p:spPr>
          <a:xfrm>
            <a:off x="6414868" y="854839"/>
            <a:ext cx="612648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 ЗАДАЧИ ПРОЕКТА:</a:t>
            </a:r>
          </a:p>
          <a:p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Анализ предметной области и выявление </a:t>
            </a:r>
          </a:p>
          <a:p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узких мест текущей системы учёта.</a:t>
            </a:r>
          </a:p>
          <a:p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Функциональное моделирование (IDEF0, DFD).</a:t>
            </a:r>
          </a:p>
          <a:p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Объектно-ориентированное моделирование </a:t>
            </a:r>
          </a:p>
          <a:p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(UML: </a:t>
            </a:r>
            <a:r>
              <a:rPr lang="ru-RU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Case, </a:t>
            </a:r>
            <a:r>
              <a:rPr lang="ru-RU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Activity</a:t>
            </a:r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Sequence</a:t>
            </a:r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Class).</a:t>
            </a:r>
          </a:p>
          <a:p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Проектирование реляционной БД (ER-модели).</a:t>
            </a:r>
          </a:p>
          <a:p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Разработка макетов интерфейса и </a:t>
            </a:r>
          </a:p>
          <a:p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базовых SQL-запросов.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A4C1D4-6D4D-F425-328C-E43ACD6A607A}"/>
              </a:ext>
            </a:extLst>
          </p:cNvPr>
          <p:cNvSpPr txBox="1"/>
          <p:nvPr/>
        </p:nvSpPr>
        <p:spPr>
          <a:xfrm>
            <a:off x="154746" y="3301662"/>
            <a:ext cx="626715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🎯 ЦЕЛЬ:</a:t>
            </a:r>
          </a:p>
          <a:p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Спроектировать информационную систему для объединения </a:t>
            </a:r>
          </a:p>
          <a:p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складского учёта, работы с клиентами и контроля </a:t>
            </a:r>
          </a:p>
          <a:p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исполнения заказов в едином цифровом контуре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2C46DD-EEC7-5124-98CF-CDD2D585568C}"/>
              </a:ext>
            </a:extLst>
          </p:cNvPr>
          <p:cNvSpPr txBox="1"/>
          <p:nvPr/>
        </p:nvSpPr>
        <p:spPr>
          <a:xfrm>
            <a:off x="147712" y="866001"/>
            <a:ext cx="627419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📉 АКТУАЛЬНОСТЬ:</a:t>
            </a:r>
          </a:p>
          <a:p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Мебельный бизнес требует точного учёта сложных </a:t>
            </a:r>
          </a:p>
          <a:p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конфигураций, логистики и этапов сборки.</a:t>
            </a:r>
          </a:p>
          <a:p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Ручная обработка заказов → ошибки, задержки, </a:t>
            </a:r>
          </a:p>
          <a:p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разрозненность данных между отделами.</a:t>
            </a:r>
          </a:p>
          <a:p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Необходим переход к единой АИС для сохранения </a:t>
            </a:r>
          </a:p>
          <a:p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конкурентоспособности и прозрачности учёта.</a:t>
            </a:r>
          </a:p>
        </p:txBody>
      </p:sp>
    </p:spTree>
    <p:extLst>
      <p:ext uri="{BB962C8B-B14F-4D97-AF65-F5344CB8AC3E}">
        <p14:creationId xmlns:p14="http://schemas.microsoft.com/office/powerpoint/2010/main" val="4222522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9A7C960-7D4E-5619-8559-406CF7356E5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64DB54-822C-394C-2DEA-6EACC69D6901}"/>
              </a:ext>
            </a:extLst>
          </p:cNvPr>
          <p:cNvSpPr txBox="1"/>
          <p:nvPr/>
        </p:nvSpPr>
        <p:spPr>
          <a:xfrm>
            <a:off x="3046828" y="174060"/>
            <a:ext cx="60983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ПРЕДМЕТНАЯ ОБЛАСТЬ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E35908-E99F-270E-14F7-BE4C96FC472F}"/>
              </a:ext>
            </a:extLst>
          </p:cNvPr>
          <p:cNvSpPr txBox="1"/>
          <p:nvPr/>
        </p:nvSpPr>
        <p:spPr>
          <a:xfrm>
            <a:off x="310661" y="1767006"/>
            <a:ext cx="561066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👥 Участники процесса:</a:t>
            </a:r>
          </a:p>
          <a:p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Клиент → Менеджер по продажам → Складская служба → Логистика → Мастера сборки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178DEE-1B4F-D4CC-3F3F-4DE00F63DD60}"/>
              </a:ext>
            </a:extLst>
          </p:cNvPr>
          <p:cNvSpPr txBox="1"/>
          <p:nvPr/>
        </p:nvSpPr>
        <p:spPr>
          <a:xfrm>
            <a:off x="6270674" y="1674674"/>
            <a:ext cx="612648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📋 Основные бизнес-процессы:</a:t>
            </a:r>
          </a:p>
          <a:p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• розничная продажа корпусной и мягкой мебели</a:t>
            </a:r>
          </a:p>
          <a:p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• учёт складских запасов и комплектации изделий</a:t>
            </a:r>
          </a:p>
          <a:p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• оформление заказов и договоров купли-продажи</a:t>
            </a:r>
          </a:p>
          <a:p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• контроль этапов сборки и доставки</a:t>
            </a:r>
          </a:p>
          <a:p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•взаимодействие с клиентами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845DEF-3A1D-E5B8-2A81-E5D5CF7B6CFD}"/>
              </a:ext>
            </a:extLst>
          </p:cNvPr>
          <p:cNvSpPr txBox="1"/>
          <p:nvPr/>
        </p:nvSpPr>
        <p:spPr>
          <a:xfrm>
            <a:off x="3277772" y="4075332"/>
            <a:ext cx="622495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💡 Специфика мебельного бизнеса:</a:t>
            </a:r>
          </a:p>
          <a:p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сложная комплектация изделий (материалы, габариты, фурнитура)   </a:t>
            </a:r>
          </a:p>
          <a:p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индивидуальные конфигурации заказов</a:t>
            </a:r>
          </a:p>
          <a:p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• необходимость синхронизации данных между отделами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722DAD-9D7B-834A-D79E-68B9B23A0215}"/>
              </a:ext>
            </a:extLst>
          </p:cNvPr>
          <p:cNvSpPr txBox="1"/>
          <p:nvPr/>
        </p:nvSpPr>
        <p:spPr>
          <a:xfrm>
            <a:off x="4366260" y="635724"/>
            <a:ext cx="404797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🏢 Объект автоматизации:</a:t>
            </a:r>
          </a:p>
          <a:p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Мебельный салон «Интерьер ПРО»</a:t>
            </a:r>
          </a:p>
          <a:p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619100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8F12D2A-F758-3A1F-CFC9-51C5E194F0A2}"/>
              </a:ext>
            </a:extLst>
          </p:cNvPr>
          <p:cNvSpPr/>
          <p:nvPr/>
        </p:nvSpPr>
        <p:spPr>
          <a:xfrm>
            <a:off x="0" y="-5204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0C5558B-189F-FC61-B22E-9C6923358C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0621"/>
            <a:ext cx="5922313" cy="46564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AA90D52-A8C6-0AB5-BBBB-D8D1C94CD8A1}"/>
              </a:ext>
            </a:extLst>
          </p:cNvPr>
          <p:cNvSpPr txBox="1"/>
          <p:nvPr/>
        </p:nvSpPr>
        <p:spPr>
          <a:xfrm>
            <a:off x="876887" y="163458"/>
            <a:ext cx="40055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модель нотация IDEF0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FBF828A-CD19-0BF3-5418-F075DA421D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9689" y="840622"/>
            <a:ext cx="5823395" cy="465640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AF6D69B-7C4C-C05D-699D-D7FE17DA9D83}"/>
              </a:ext>
            </a:extLst>
          </p:cNvPr>
          <p:cNvSpPr txBox="1"/>
          <p:nvPr/>
        </p:nvSpPr>
        <p:spPr>
          <a:xfrm>
            <a:off x="5987706" y="194236"/>
            <a:ext cx="61053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Декомпозиция 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Idef0</a:t>
            </a:r>
            <a:endParaRPr lang="ru-RU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6355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9C7185C-CF1F-5107-C4C9-6418CD6DEF9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439ACD2-C470-42BD-0F79-267B6D11F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8304" y="1222075"/>
            <a:ext cx="9475391" cy="271506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A28738E-24CD-F871-8479-1249632F87A0}"/>
              </a:ext>
            </a:extLst>
          </p:cNvPr>
          <p:cNvSpPr txBox="1"/>
          <p:nvPr/>
        </p:nvSpPr>
        <p:spPr>
          <a:xfrm>
            <a:off x="3046828" y="94427"/>
            <a:ext cx="60983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Нотация (DFD)</a:t>
            </a:r>
            <a:endParaRPr lang="ru-RU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74656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5C75CB3-9167-4717-3FC1-4B178F6A05E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CCC4EFE-A28A-3DDC-0E88-45ECEC6FEE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5828" y="1188751"/>
            <a:ext cx="8220344" cy="45930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FB75C8C-B3AF-07D5-778F-4D96D31D8AD8}"/>
              </a:ext>
            </a:extLst>
          </p:cNvPr>
          <p:cNvSpPr txBox="1"/>
          <p:nvPr/>
        </p:nvSpPr>
        <p:spPr>
          <a:xfrm>
            <a:off x="3813823" y="178877"/>
            <a:ext cx="456435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Декомпозиция процессов и потоки данных (DFD)</a:t>
            </a:r>
            <a:endParaRPr lang="ru-RU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0293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A979A65-CC2E-658F-C47A-CEC9C5C4E4A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AF44F97-F311-CE74-8A15-A20631989D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687" y="648253"/>
            <a:ext cx="9100625" cy="556149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F875683-C92E-B144-E67B-878CD59C1806}"/>
              </a:ext>
            </a:extLst>
          </p:cNvPr>
          <p:cNvSpPr txBox="1"/>
          <p:nvPr/>
        </p:nvSpPr>
        <p:spPr>
          <a:xfrm>
            <a:off x="3046827" y="0"/>
            <a:ext cx="60983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Диаграмма Вариантов Использования</a:t>
            </a:r>
            <a:endParaRPr lang="ru-RU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7626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662E5467-1A7E-696C-E0C1-BD1CD6485C0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5B6176F-45E4-D165-41B5-DE3F5F7E3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392" y="499"/>
            <a:ext cx="4698156" cy="685750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06C94C5-6194-A457-EDB2-E7228FC7C270}"/>
              </a:ext>
            </a:extLst>
          </p:cNvPr>
          <p:cNvSpPr txBox="1"/>
          <p:nvPr/>
        </p:nvSpPr>
        <p:spPr>
          <a:xfrm>
            <a:off x="6397453" y="2603136"/>
            <a:ext cx="6096000" cy="57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  <a:buNone/>
            </a:pPr>
            <a:r>
              <a:rPr lang="ru-RU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диаграмма деятельности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47661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68C8B0B-9AC0-95B9-B761-25C03FDB5A5D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bg1"/>
                </a:solidFill>
              </a:rPr>
              <a:t>			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D983BCF-5F79-D519-A01F-757BB0DE2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6470855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F3FC880-A4FA-21C9-E345-86F31FC132CF}"/>
              </a:ext>
            </a:extLst>
          </p:cNvPr>
          <p:cNvSpPr txBox="1"/>
          <p:nvPr/>
        </p:nvSpPr>
        <p:spPr>
          <a:xfrm>
            <a:off x="7141027" y="159658"/>
            <a:ext cx="47026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Последовательности</a:t>
            </a:r>
          </a:p>
        </p:txBody>
      </p:sp>
    </p:spTree>
    <p:extLst>
      <p:ext uri="{BB962C8B-B14F-4D97-AF65-F5344CB8AC3E}">
        <p14:creationId xmlns:p14="http://schemas.microsoft.com/office/powerpoint/2010/main" val="42049498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9F670E-EBE0-9707-8D24-8C2673CB0776}"/>
              </a:ext>
            </a:extLst>
          </p:cNvPr>
          <p:cNvSpPr/>
          <p:nvPr/>
        </p:nvSpPr>
        <p:spPr>
          <a:xfrm>
            <a:off x="0" y="0"/>
            <a:ext cx="12192000" cy="243025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C2094A7-2585-4DC3-10D7-6364D9AB33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73909"/>
            <a:ext cx="12192000" cy="442774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D62B4DA-12FE-62D3-CAD4-6397A53EA214}"/>
              </a:ext>
            </a:extLst>
          </p:cNvPr>
          <p:cNvSpPr txBox="1"/>
          <p:nvPr/>
        </p:nvSpPr>
        <p:spPr>
          <a:xfrm>
            <a:off x="2452914" y="630351"/>
            <a:ext cx="690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Классов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0617D55-0E84-2A67-8AC2-E5D24D4156D5}"/>
              </a:ext>
            </a:extLst>
          </p:cNvPr>
          <p:cNvSpPr/>
          <p:nvPr/>
        </p:nvSpPr>
        <p:spPr>
          <a:xfrm>
            <a:off x="0" y="6001657"/>
            <a:ext cx="12192000" cy="85634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52616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0B73ACD-55E6-2C71-FB72-F80486F2B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5886"/>
            <a:ext cx="12192000" cy="5442114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A0820EF-BE1E-CE1E-7A19-A4568CEBD8E9}"/>
              </a:ext>
            </a:extLst>
          </p:cNvPr>
          <p:cNvSpPr/>
          <p:nvPr/>
        </p:nvSpPr>
        <p:spPr>
          <a:xfrm>
            <a:off x="0" y="0"/>
            <a:ext cx="12192000" cy="141588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Концептуальная </a:t>
            </a:r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</a:t>
            </a:r>
          </a:p>
        </p:txBody>
      </p:sp>
    </p:spTree>
    <p:extLst>
      <p:ext uri="{BB962C8B-B14F-4D97-AF65-F5344CB8AC3E}">
        <p14:creationId xmlns:p14="http://schemas.microsoft.com/office/powerpoint/2010/main" val="882466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2B80EB9-F510-6402-E73E-C4CD8D7B5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B460E1B-6C6E-8DCA-57BA-EF0B63EA7A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06550"/>
            <a:ext cx="5943600" cy="364490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6553319-7130-A17E-ECAC-CEE36FE4498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1259" y="901382"/>
            <a:ext cx="5580741" cy="468202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895DF1E-5569-5113-EAEA-39A32F34210C}"/>
              </a:ext>
            </a:extLst>
          </p:cNvPr>
          <p:cNvSpPr txBox="1"/>
          <p:nvPr/>
        </p:nvSpPr>
        <p:spPr>
          <a:xfrm>
            <a:off x="976085" y="716716"/>
            <a:ext cx="39914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Логическая </a:t>
            </a:r>
            <a:r>
              <a:rPr lang="en-A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 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AFDD8B-5FE0-6413-587F-DC143CF67053}"/>
              </a:ext>
            </a:extLst>
          </p:cNvPr>
          <p:cNvSpPr txBox="1"/>
          <p:nvPr/>
        </p:nvSpPr>
        <p:spPr>
          <a:xfrm>
            <a:off x="7199086" y="261257"/>
            <a:ext cx="386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Физическая Модель</a:t>
            </a:r>
          </a:p>
        </p:txBody>
      </p:sp>
    </p:spTree>
    <p:extLst>
      <p:ext uri="{BB962C8B-B14F-4D97-AF65-F5344CB8AC3E}">
        <p14:creationId xmlns:p14="http://schemas.microsoft.com/office/powerpoint/2010/main" val="30695794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DFD99E1-4D8A-C9A4-6434-DB938CE100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70" y="543032"/>
            <a:ext cx="11716659" cy="3493717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0E927C4-1ACA-A04F-09D4-0C4E11B369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5684" y="4129350"/>
            <a:ext cx="6480629" cy="27286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2F6A89C-144D-C3BB-4770-EACE35867B25}"/>
              </a:ext>
            </a:extLst>
          </p:cNvPr>
          <p:cNvSpPr txBox="1"/>
          <p:nvPr/>
        </p:nvSpPr>
        <p:spPr>
          <a:xfrm>
            <a:off x="3744686" y="81367"/>
            <a:ext cx="43833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Макет Сайта</a:t>
            </a:r>
          </a:p>
        </p:txBody>
      </p:sp>
    </p:spTree>
    <p:extLst>
      <p:ext uri="{BB962C8B-B14F-4D97-AF65-F5344CB8AC3E}">
        <p14:creationId xmlns:p14="http://schemas.microsoft.com/office/powerpoint/2010/main" val="25466123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913D1AA-3FE1-19BD-5785-E00E28F57C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463" y="1027188"/>
            <a:ext cx="10189074" cy="48036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9956AB9-AB68-D661-7818-EEBDF52D71EF}"/>
              </a:ext>
            </a:extLst>
          </p:cNvPr>
          <p:cNvSpPr txBox="1"/>
          <p:nvPr/>
        </p:nvSpPr>
        <p:spPr>
          <a:xfrm>
            <a:off x="3062514" y="284112"/>
            <a:ext cx="60669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Макет сайта корзина интернет магазина</a:t>
            </a:r>
          </a:p>
        </p:txBody>
      </p:sp>
    </p:spTree>
    <p:extLst>
      <p:ext uri="{BB962C8B-B14F-4D97-AF65-F5344CB8AC3E}">
        <p14:creationId xmlns:p14="http://schemas.microsoft.com/office/powerpoint/2010/main" val="31614394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A9D4F2-82A3-895B-4965-CD4A486D8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1" y="1008993"/>
            <a:ext cx="9231410" cy="3542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11500" b="0" i="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СПАСИБО ЗА ВНИМАНИЕ!</a:t>
            </a:r>
            <a:endParaRPr lang="en-US" sz="115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596620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AAD54-19E2-DE69-0A79-EE7B3CDE1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B17F102-9CA4-A18A-75D3-938D7D552761}"/>
              </a:ext>
            </a:extLst>
          </p:cNvPr>
          <p:cNvSpPr/>
          <p:nvPr/>
        </p:nvSpPr>
        <p:spPr>
          <a:xfrm>
            <a:off x="0" y="-57751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813C37-771B-332B-4670-73EC283BB4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67001" y="1527550"/>
            <a:ext cx="8057997" cy="2387600"/>
          </a:xfr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Курсовой проект на тему: Проектирование ИС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Мебельный Салон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25930D5-713E-7C72-B9E1-83CE399892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05225" y="4358520"/>
            <a:ext cx="6181548" cy="999179"/>
          </a:xfr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2500"/>
          </a:bodyPr>
          <a:lstStyle/>
          <a:p>
            <a:pPr algn="l"/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Миллер Г.А.</a:t>
            </a:r>
          </a:p>
          <a:p>
            <a:pPr algn="l"/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2 курса очной формы обучения, группы ИСиП 24-9-2</a:t>
            </a:r>
          </a:p>
          <a:p>
            <a:pPr algn="l"/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Проверила: Гончарова Т.В., должность: преподаватель проф. дисциплин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B199BF-86ED-9E0E-8331-5697D4F3A1AE}"/>
              </a:ext>
            </a:extLst>
          </p:cNvPr>
          <p:cNvSpPr txBox="1"/>
          <p:nvPr/>
        </p:nvSpPr>
        <p:spPr>
          <a:xfrm>
            <a:off x="532584" y="57751"/>
            <a:ext cx="11088327" cy="1200329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ГОСУДАРСТВЕННОЕ АВТОНОМНОЕ ПРОФЕССИОНАЛЬНОЕ ОБРАЗОВАТЕЛЬНОЕ УЧРЕЖДЕНИЕ  ТЮМЕНСКОЙ ОБЛАСТИ 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“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ТЮМЕНСКИЙ ТЕХНИКУМ СТРОИТЕЛЬНОЙ ИНДУСТРИИ И ГОРОДСКОГО ХОЗЯЙСТВА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”</a:t>
            </a:r>
            <a:endParaRPr lang="ru-RU" sz="2400" dirty="0">
              <a:solidFill>
                <a:schemeClr val="bg1"/>
              </a:solidFill>
              <a:latin typeface="Times New Roman" panose="02020603050405020304" pitchFamily="18" charset="0"/>
              <a:ea typeface="ADLaM Display" panose="020100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3952DE-E485-34FE-BD3B-51C0FA888AFD}"/>
              </a:ext>
            </a:extLst>
          </p:cNvPr>
          <p:cNvSpPr txBox="1"/>
          <p:nvPr/>
        </p:nvSpPr>
        <p:spPr>
          <a:xfrm>
            <a:off x="5205691" y="6079225"/>
            <a:ext cx="1812869" cy="400110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Г. Тюмень, </a:t>
            </a:r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2026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210341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409</Words>
  <Application>Microsoft Office PowerPoint</Application>
  <PresentationFormat>Широкоэкранный</PresentationFormat>
  <Paragraphs>65</Paragraphs>
  <Slides>16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Times New Roman</vt:lpstr>
      <vt:lpstr>Тема Office</vt:lpstr>
      <vt:lpstr>Курсовой проект на тему: Проектирование ИС “Мебельный Салон”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</vt:lpstr>
      <vt:lpstr>Курсовой проект на тему: Проектирование ИС “Мебельный Салон”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Герман Миллер</dc:creator>
  <cp:lastModifiedBy>Герман Миллер</cp:lastModifiedBy>
  <cp:revision>1</cp:revision>
  <dcterms:created xsi:type="dcterms:W3CDTF">2026-05-11T14:29:41Z</dcterms:created>
  <dcterms:modified xsi:type="dcterms:W3CDTF">2026-05-12T09:22:10Z</dcterms:modified>
</cp:coreProperties>
</file>